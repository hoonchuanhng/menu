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67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Sales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Name: Hoon Chuan Hng</a:t>
            </a:r>
          </a:p>
          <a:p>
            <a:r>
              <a:rPr lang="en-MY" dirty="0"/>
              <a:t>Student ID: TP076259</a:t>
            </a:r>
          </a:p>
          <a:p>
            <a:r>
              <a:rPr lang="en-MY" dirty="0"/>
              <a:t>Title</a:t>
            </a:r>
            <a:r>
              <a:rPr lang="en-MY"/>
              <a:t>: AI-Powered Autonomous Sales Engineer</a:t>
            </a:r>
            <a:endParaRPr lang="en-M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D871-857A-944A-07A8-54D3C036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Team Composition (Solo)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D3A85-D257-EC8A-C886-1916F738F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Hoon Chuan Hng</a:t>
            </a:r>
          </a:p>
          <a:p>
            <a:r>
              <a:rPr lang="en-US" dirty="0"/>
              <a:t>  </a:t>
            </a:r>
            <a:r>
              <a:rPr lang="en-MY" b="1" dirty="0"/>
              <a:t>Agent Framework Diagram</a:t>
            </a:r>
          </a:p>
          <a:p>
            <a:r>
              <a:rPr lang="en-US" dirty="0"/>
              <a:t>  </a:t>
            </a:r>
            <a:r>
              <a:rPr lang="en-US" b="1" dirty="0"/>
              <a:t>Pitch Deck</a:t>
            </a:r>
          </a:p>
          <a:p>
            <a:r>
              <a:rPr lang="en-US" b="1" dirty="0"/>
              <a:t>  Video Demo</a:t>
            </a:r>
          </a:p>
          <a:p>
            <a:r>
              <a:rPr lang="en-US" b="1" dirty="0"/>
              <a:t>  Python Source Codes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16428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Complex purchases require:</a:t>
            </a:r>
          </a:p>
          <a:p>
            <a:pPr marL="0" indent="0">
              <a:buNone/>
            </a:pPr>
            <a:r>
              <a:rPr dirty="0"/>
              <a:t>• Compatibility checks</a:t>
            </a:r>
          </a:p>
          <a:p>
            <a:pPr marL="0" indent="0">
              <a:buNone/>
            </a:pPr>
            <a:r>
              <a:rPr dirty="0"/>
              <a:t>• Budget planning</a:t>
            </a:r>
          </a:p>
          <a:p>
            <a:pPr marL="0" indent="0">
              <a:buNone/>
            </a:pPr>
            <a:r>
              <a:rPr dirty="0"/>
              <a:t>• Shipping &amp; tax calculations</a:t>
            </a:r>
          </a:p>
          <a:p>
            <a:pPr marL="0" indent="0">
              <a:buNone/>
            </a:pPr>
            <a:r>
              <a:rPr dirty="0"/>
              <a:t>• Technical knowledge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An AI-powered agent workflow that:</a:t>
            </a:r>
          </a:p>
          <a:p>
            <a:pPr marL="0" indent="0">
              <a:buNone/>
            </a:pPr>
            <a:r>
              <a:rPr dirty="0"/>
              <a:t>• Understands user requirements</a:t>
            </a:r>
          </a:p>
          <a:p>
            <a:pPr marL="0" indent="0">
              <a:buNone/>
            </a:pPr>
            <a:r>
              <a:rPr dirty="0"/>
              <a:t>• Selects products</a:t>
            </a:r>
          </a:p>
          <a:p>
            <a:pPr marL="0" indent="0">
              <a:buNone/>
            </a:pPr>
            <a:r>
              <a:rPr dirty="0"/>
              <a:t>• Applies constraints</a:t>
            </a:r>
          </a:p>
          <a:p>
            <a:pPr marL="0" indent="0">
              <a:buNone/>
            </a:pPr>
            <a:r>
              <a:rPr dirty="0"/>
              <a:t>• Generates quotations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B14D-A22A-D4E2-20AC-E71AF7F7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Agent Framework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747518-6A02-3198-A026-D243FC4D9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4870" y="1600200"/>
            <a:ext cx="239425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2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Technologies:</a:t>
            </a:r>
          </a:p>
          <a:p>
            <a:pPr marL="0" indent="0">
              <a:buNone/>
            </a:pPr>
            <a:r>
              <a:rPr dirty="0"/>
              <a:t>• Python</a:t>
            </a:r>
          </a:p>
          <a:p>
            <a:pPr marL="0" indent="0">
              <a:buNone/>
            </a:pPr>
            <a:r>
              <a:rPr dirty="0"/>
              <a:t>• Constraint-based AI</a:t>
            </a:r>
          </a:p>
          <a:p>
            <a:pPr marL="0" indent="0">
              <a:buNone/>
            </a:pPr>
            <a:r>
              <a:rPr dirty="0"/>
              <a:t>• Autonomous workflow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Core Functions:</a:t>
            </a:r>
          </a:p>
          <a:p>
            <a:pPr marL="0" indent="0">
              <a:buNone/>
            </a:pPr>
            <a:r>
              <a:rPr dirty="0"/>
              <a:t>• planner()</a:t>
            </a:r>
          </a:p>
          <a:p>
            <a:pPr marL="0" indent="0">
              <a:buNone/>
            </a:pPr>
            <a:r>
              <a:rPr dirty="0"/>
              <a:t>• solver()</a:t>
            </a:r>
          </a:p>
          <a:p>
            <a:pPr marL="0" indent="0">
              <a:buNone/>
            </a:pPr>
            <a:r>
              <a:rPr dirty="0"/>
              <a:t>• logistics()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generate_quote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Input:</a:t>
            </a:r>
          </a:p>
          <a:p>
            <a:pPr marL="0" indent="0">
              <a:buNone/>
            </a:pPr>
            <a:r>
              <a:rPr dirty="0"/>
              <a:t>'I need a minimalist home office under RM5000'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System performs:</a:t>
            </a:r>
          </a:p>
          <a:p>
            <a:pPr marL="0" indent="0">
              <a:buNone/>
            </a:pPr>
            <a:r>
              <a:rPr dirty="0"/>
              <a:t>• Requirement extraction</a:t>
            </a:r>
          </a:p>
          <a:p>
            <a:pPr marL="0" indent="0">
              <a:buNone/>
            </a:pPr>
            <a:r>
              <a:rPr dirty="0"/>
              <a:t>• Product filtering</a:t>
            </a:r>
          </a:p>
          <a:p>
            <a:pPr marL="0" indent="0">
              <a:buNone/>
            </a:pPr>
            <a:r>
              <a:rPr dirty="0"/>
              <a:t>• Cost calculation</a:t>
            </a:r>
          </a:p>
          <a:p>
            <a:pPr marL="0" indent="0">
              <a:buNone/>
            </a:pPr>
            <a:r>
              <a:rPr dirty="0"/>
              <a:t>• Quote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Benefits:</a:t>
            </a:r>
          </a:p>
          <a:p>
            <a:pPr marL="0" indent="0">
              <a:buNone/>
            </a:pPr>
            <a:r>
              <a:rPr dirty="0"/>
              <a:t>• Faster sales consultation</a:t>
            </a:r>
          </a:p>
          <a:p>
            <a:pPr marL="0" indent="0">
              <a:buNone/>
            </a:pPr>
            <a:r>
              <a:rPr dirty="0"/>
              <a:t>• Reduced manual work</a:t>
            </a:r>
          </a:p>
          <a:p>
            <a:pPr marL="0" indent="0">
              <a:buNone/>
            </a:pPr>
            <a:r>
              <a:rPr dirty="0"/>
              <a:t>• Better customer experience</a:t>
            </a:r>
          </a:p>
          <a:p>
            <a:pPr marL="0" indent="0">
              <a:buNone/>
            </a:pPr>
            <a:r>
              <a:rPr dirty="0"/>
              <a:t>• Scalable AI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OpenAI / LLM integration</a:t>
            </a:r>
          </a:p>
          <a:p>
            <a:pPr marL="0" indent="0">
              <a:buNone/>
            </a:pPr>
            <a:r>
              <a:rPr dirty="0"/>
              <a:t>• Real-time product APIs</a:t>
            </a:r>
          </a:p>
          <a:p>
            <a:pPr marL="0" indent="0">
              <a:buNone/>
            </a:pPr>
            <a:r>
              <a:rPr dirty="0"/>
              <a:t>• Smart recommendation engine</a:t>
            </a:r>
          </a:p>
          <a:p>
            <a:pPr marL="0" indent="0">
              <a:buNone/>
            </a:pPr>
            <a:r>
              <a:rPr dirty="0"/>
              <a:t>• Web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Our project demonstrates how AI agents can automate technical sales workflows using reasoning and constraint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197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Autonomous Sales Engineer</vt:lpstr>
      <vt:lpstr>Team Composition (Solo)</vt:lpstr>
      <vt:lpstr>Problem Statement</vt:lpstr>
      <vt:lpstr> Solution</vt:lpstr>
      <vt:lpstr>Agent Framework Diagram</vt:lpstr>
      <vt:lpstr>Technical Implementation</vt:lpstr>
      <vt:lpstr>Demo Scenario</vt:lpstr>
      <vt:lpstr>Business Value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HOON CHUAN HNG</cp:lastModifiedBy>
  <cp:revision>3</cp:revision>
  <dcterms:created xsi:type="dcterms:W3CDTF">2013-01-27T09:14:16Z</dcterms:created>
  <dcterms:modified xsi:type="dcterms:W3CDTF">2026-05-25T05:21:45Z</dcterms:modified>
  <cp:category/>
</cp:coreProperties>
</file>